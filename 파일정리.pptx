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45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48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9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9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96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52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51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28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62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49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78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55DF-1487-4B4E-9D0C-CABF0E1162AE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78CBC-EFC6-48EB-BCA1-4023AD8EF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6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7504" y="308146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ko-KR" altLang="en-US" sz="2800" dirty="0" smtClean="0"/>
              <a:t>동인고등학교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소속</a:t>
            </a:r>
            <a:r>
              <a:rPr lang="en-US" altLang="ko-KR" sz="2800" dirty="0" smtClean="0"/>
              <a:t>)</a:t>
            </a:r>
            <a:br>
              <a:rPr lang="en-US" altLang="ko-KR" sz="2800" dirty="0" smtClean="0"/>
            </a:br>
            <a:r>
              <a:rPr lang="en-US" altLang="ko-KR" sz="2800" dirty="0" smtClean="0"/>
              <a:t>20518(</a:t>
            </a:r>
            <a:r>
              <a:rPr lang="ko-KR" altLang="en-US" sz="2800" dirty="0" smtClean="0"/>
              <a:t>학번</a:t>
            </a:r>
            <a:r>
              <a:rPr lang="en-US" altLang="ko-KR" sz="2800" dirty="0" smtClean="0"/>
              <a:t>)</a:t>
            </a:r>
            <a:br>
              <a:rPr lang="en-US" altLang="ko-KR" sz="2800" dirty="0" smtClean="0"/>
            </a:br>
            <a:r>
              <a:rPr lang="ko-KR" altLang="en-US" sz="2800" dirty="0" smtClean="0"/>
              <a:t>성은우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endParaRPr lang="ko-KR" altLang="en-US" sz="2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3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0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48680"/>
            <a:ext cx="3456384" cy="5400600"/>
          </a:xfrm>
        </p:spPr>
      </p:pic>
    </p:spTree>
    <p:extLst>
      <p:ext uri="{BB962C8B-B14F-4D97-AF65-F5344CB8AC3E}">
        <p14:creationId xmlns:p14="http://schemas.microsoft.com/office/powerpoint/2010/main" val="186986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0418</a:t>
            </a:r>
            <a:r>
              <a:rPr lang="ko-KR" altLang="en-US" dirty="0" smtClean="0"/>
              <a:t>폴더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212976"/>
            <a:ext cx="7688350" cy="2304256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323528" y="1340768"/>
            <a:ext cx="8229600" cy="135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/>
              <a:t>3</a:t>
            </a:r>
            <a:r>
              <a:rPr lang="ko-KR" altLang="en-US" sz="3000" dirty="0" smtClean="0"/>
              <a:t>개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61741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0425</a:t>
            </a:r>
            <a:r>
              <a:rPr lang="ko-KR" altLang="en-US" dirty="0" smtClean="0"/>
              <a:t>폴더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98" y="3140968"/>
            <a:ext cx="7099676" cy="2523194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395536" y="1412776"/>
            <a:ext cx="8229600" cy="1287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/>
              <a:t>3+4</a:t>
            </a:r>
            <a:r>
              <a:rPr lang="ko-KR" altLang="en-US" sz="3000" dirty="0" smtClean="0"/>
              <a:t>개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09709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0502</a:t>
            </a:r>
            <a:r>
              <a:rPr lang="ko-KR" altLang="en-US" dirty="0" smtClean="0"/>
              <a:t>폴더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17" y="2852936"/>
            <a:ext cx="7933836" cy="3418549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107504" y="1196752"/>
            <a:ext cx="8229600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/>
              <a:t>3+4+5</a:t>
            </a:r>
            <a:r>
              <a:rPr lang="ko-KR" altLang="en-US" sz="3000" dirty="0" smtClean="0"/>
              <a:t>개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09493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0509</a:t>
            </a:r>
            <a:r>
              <a:rPr lang="ko-KR" altLang="en-US" dirty="0" smtClean="0"/>
              <a:t>폴더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492896"/>
            <a:ext cx="7574277" cy="2592288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609600" y="134076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/>
              <a:t>3+4+5+3</a:t>
            </a:r>
            <a:r>
              <a:rPr lang="ko-KR" altLang="en-US" sz="3000" dirty="0" smtClean="0"/>
              <a:t>개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18258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0516</a:t>
            </a:r>
            <a:r>
              <a:rPr lang="ko-KR" altLang="en-US" dirty="0" smtClean="0"/>
              <a:t>폴더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140968"/>
            <a:ext cx="6771151" cy="2686650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467544" y="126876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/>
              <a:t>3+4+5+3+4</a:t>
            </a:r>
            <a:r>
              <a:rPr lang="ko-KR" altLang="en-US" sz="3000" dirty="0" smtClean="0"/>
              <a:t>개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02463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0523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60848"/>
            <a:ext cx="3595486" cy="4525963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28" y="2204864"/>
            <a:ext cx="3726503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54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0530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86" y="1679862"/>
            <a:ext cx="5174428" cy="4366638"/>
          </a:xfrm>
        </p:spPr>
      </p:pic>
    </p:spTree>
    <p:extLst>
      <p:ext uri="{BB962C8B-B14F-4D97-AF65-F5344CB8AC3E}">
        <p14:creationId xmlns:p14="http://schemas.microsoft.com/office/powerpoint/2010/main" val="110610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0606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844824"/>
            <a:ext cx="4194059" cy="4525963"/>
          </a:xfrm>
        </p:spPr>
      </p:pic>
    </p:spTree>
    <p:extLst>
      <p:ext uri="{BB962C8B-B14F-4D97-AF65-F5344CB8AC3E}">
        <p14:creationId xmlns:p14="http://schemas.microsoft.com/office/powerpoint/2010/main" val="282148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0613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3+4+5+3+4+23+11+15+1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564904"/>
            <a:ext cx="8874503" cy="1440160"/>
          </a:xfrm>
        </p:spPr>
      </p:pic>
    </p:spTree>
    <p:extLst>
      <p:ext uri="{BB962C8B-B14F-4D97-AF65-F5344CB8AC3E}">
        <p14:creationId xmlns:p14="http://schemas.microsoft.com/office/powerpoint/2010/main" val="280411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0620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3+4+5+3+4+23+11+15+1+2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2420888"/>
            <a:ext cx="7656549" cy="1728192"/>
          </a:xfrm>
        </p:spPr>
      </p:pic>
    </p:spTree>
    <p:extLst>
      <p:ext uri="{BB962C8B-B14F-4D97-AF65-F5344CB8AC3E}">
        <p14:creationId xmlns:p14="http://schemas.microsoft.com/office/powerpoint/2010/main" val="325019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0627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3+4+5+3+4+23+11+15+1+2+2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9" y="2492896"/>
            <a:ext cx="7242183" cy="1800200"/>
          </a:xfrm>
        </p:spPr>
      </p:pic>
    </p:spTree>
    <p:extLst>
      <p:ext uri="{BB962C8B-B14F-4D97-AF65-F5344CB8AC3E}">
        <p14:creationId xmlns:p14="http://schemas.microsoft.com/office/powerpoint/2010/main" val="311914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0704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3+4+5+3+4+23+11+15+1+2+2+1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636912"/>
            <a:ext cx="7892590" cy="1368152"/>
          </a:xfrm>
        </p:spPr>
      </p:pic>
    </p:spTree>
    <p:extLst>
      <p:ext uri="{BB962C8B-B14F-4D97-AF65-F5344CB8AC3E}">
        <p14:creationId xmlns:p14="http://schemas.microsoft.com/office/powerpoint/2010/main" val="8613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0711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3300" dirty="0" smtClean="0"/>
              <a:t>3+4+5+3+4+23+11+15+1+2+2+1+1</a:t>
            </a:r>
            <a:r>
              <a:rPr lang="ko-KR" altLang="en-US" sz="3300" dirty="0" smtClean="0"/>
              <a:t>개</a:t>
            </a:r>
            <a:endParaRPr lang="ko-KR" altLang="en-US" sz="33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780928"/>
            <a:ext cx="8150530" cy="1368152"/>
          </a:xfrm>
        </p:spPr>
      </p:pic>
    </p:spTree>
    <p:extLst>
      <p:ext uri="{BB962C8B-B14F-4D97-AF65-F5344CB8AC3E}">
        <p14:creationId xmlns:p14="http://schemas.microsoft.com/office/powerpoint/2010/main" val="284336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총합 </a:t>
            </a:r>
            <a:r>
              <a:rPr lang="ko-KR" altLang="en-US" dirty="0" err="1" smtClean="0"/>
              <a:t>갯수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3+4+5+3+4+23+11+15+1+2+2+1+1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					= 75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96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44</Words>
  <Application>Microsoft Office PowerPoint</Application>
  <PresentationFormat>화면 슬라이드 쇼(4:3)</PresentationFormat>
  <Paragraphs>22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테마</vt:lpstr>
      <vt:lpstr>동인고등학교(소속) 20518(학번) 성은우 </vt:lpstr>
      <vt:lpstr>PowerPoint 프레젠테이션</vt:lpstr>
      <vt:lpstr>0418폴더</vt:lpstr>
      <vt:lpstr>0425폴더</vt:lpstr>
      <vt:lpstr>0502폴더</vt:lpstr>
      <vt:lpstr>0509폴더</vt:lpstr>
      <vt:lpstr>0516폴더</vt:lpstr>
      <vt:lpstr>0523폴더 3+4+5+3+4+23개</vt:lpstr>
      <vt:lpstr>0530폴더 3+4+5+3+4+23+11개</vt:lpstr>
      <vt:lpstr>0606폴더 3+4+5+3+4+23+11+15개</vt:lpstr>
      <vt:lpstr>0613폴더 3+4+5+3+4+23+11+15+1개</vt:lpstr>
      <vt:lpstr>0620폴더 3+4+5+3+4+23+11+15+1+2개</vt:lpstr>
      <vt:lpstr>0627폴더 3+4+5+3+4+23+11+15+1+2+2개</vt:lpstr>
      <vt:lpstr>0704폴더 3+4+5+3+4+23+11+15+1+2+2+1개</vt:lpstr>
      <vt:lpstr>0711폴더 3+4+5+3+4+23+11+15+1+2+2+1+1개</vt:lpstr>
      <vt:lpstr>총합 갯수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20518 동인고 성은우</dc:title>
  <dc:creator>Windows 사용자</dc:creator>
  <cp:lastModifiedBy>Windows 사용자</cp:lastModifiedBy>
  <cp:revision>4</cp:revision>
  <dcterms:created xsi:type="dcterms:W3CDTF">2020-07-18T01:13:04Z</dcterms:created>
  <dcterms:modified xsi:type="dcterms:W3CDTF">2020-07-18T03:49:02Z</dcterms:modified>
</cp:coreProperties>
</file>