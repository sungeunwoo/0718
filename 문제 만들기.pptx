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45" y="-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137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690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510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14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176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462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3353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068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232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52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3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56DE5-DFEE-439D-8733-26046899C6E1}" type="datetimeFigureOut">
              <a:rPr lang="ko-KR" altLang="en-US" smtClean="0"/>
              <a:t>2020-07-18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429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23528" y="321297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ko-KR" altLang="en-US" dirty="0" smtClean="0"/>
              <a:t>동인고등학교</a:t>
            </a:r>
            <a:r>
              <a:rPr lang="en-US" altLang="ko-KR" dirty="0" smtClean="0"/>
              <a:t>(</a:t>
            </a:r>
            <a:r>
              <a:rPr lang="ko-KR" altLang="en-US" dirty="0" smtClean="0"/>
              <a:t>소속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20518(</a:t>
            </a:r>
            <a:r>
              <a:rPr lang="ko-KR" altLang="en-US" dirty="0" smtClean="0"/>
              <a:t>학번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ko-KR" altLang="en-US" dirty="0" smtClean="0"/>
              <a:t>성은우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33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062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문제 정의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7</a:t>
            </a:r>
            <a:r>
              <a:rPr lang="ko-KR" altLang="en-US" dirty="0" smtClean="0"/>
              <a:t>세그먼트 형식의 숫자 이미지 표시하기</a:t>
            </a:r>
            <a:endParaRPr lang="en-US" altLang="ko-KR" dirty="0" smtClean="0"/>
          </a:p>
          <a:p>
            <a:pPr>
              <a:buFontTx/>
              <a:buChar char="-"/>
            </a:pPr>
            <a:r>
              <a:rPr lang="ko-KR" altLang="en-US" dirty="0" smtClean="0"/>
              <a:t>클릭하면 지금 시간이 나오도록 하기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806346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문제 분석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500" dirty="0" smtClean="0"/>
              <a:t>일단 </a:t>
            </a:r>
            <a:r>
              <a:rPr lang="en-US" altLang="ko-KR" sz="2500" dirty="0" smtClean="0"/>
              <a:t>0</a:t>
            </a:r>
            <a:r>
              <a:rPr lang="ko-KR" altLang="en-US" sz="2500" dirty="0" smtClean="0"/>
              <a:t>부터 </a:t>
            </a:r>
            <a:r>
              <a:rPr lang="en-US" altLang="ko-KR" sz="2500" dirty="0" smtClean="0"/>
              <a:t>9</a:t>
            </a:r>
            <a:r>
              <a:rPr lang="ko-KR" altLang="en-US" sz="2500" dirty="0" smtClean="0"/>
              <a:t>까지의 수가 화면에 표시가 </a:t>
            </a:r>
            <a:r>
              <a:rPr lang="ko-KR" altLang="en-US" sz="2500" dirty="0" err="1" smtClean="0"/>
              <a:t>되</a:t>
            </a:r>
            <a:r>
              <a:rPr lang="ko-KR" altLang="en-US" sz="2500" dirty="0" err="1"/>
              <a:t>야</a:t>
            </a:r>
            <a:r>
              <a:rPr lang="ko-KR" altLang="en-US" sz="2500" dirty="0" err="1" smtClean="0"/>
              <a:t>하며</a:t>
            </a:r>
            <a:r>
              <a:rPr lang="ko-KR" altLang="en-US" sz="2500" dirty="0" smtClean="0"/>
              <a:t> </a:t>
            </a:r>
            <a:r>
              <a:rPr lang="en-US" altLang="ko-KR" sz="2500" dirty="0" smtClean="0"/>
              <a:t>led </a:t>
            </a:r>
            <a:r>
              <a:rPr lang="ko-KR" altLang="en-US" sz="2500" dirty="0" smtClean="0"/>
              <a:t>화면이 총 </a:t>
            </a:r>
            <a:r>
              <a:rPr lang="en-US" altLang="ko-KR" sz="2500" dirty="0" smtClean="0"/>
              <a:t>6</a:t>
            </a:r>
            <a:r>
              <a:rPr lang="ko-KR" altLang="en-US" sz="2500" dirty="0" smtClean="0"/>
              <a:t>개가 필요함</a:t>
            </a:r>
            <a:r>
              <a:rPr lang="en-US" altLang="ko-KR" sz="2500" dirty="0" smtClean="0"/>
              <a:t>.</a:t>
            </a:r>
          </a:p>
          <a:p>
            <a:r>
              <a:rPr lang="ko-KR" altLang="en-US" sz="2500" dirty="0" smtClean="0"/>
              <a:t>젤 앞은 시간 중간은 분 뒤는 초가 되도록 </a:t>
            </a:r>
            <a:r>
              <a:rPr lang="ko-KR" altLang="en-US" sz="2500" dirty="0" err="1" smtClean="0"/>
              <a:t>해야하며</a:t>
            </a:r>
            <a:r>
              <a:rPr lang="ko-KR" altLang="en-US" sz="2500" dirty="0" smtClean="0"/>
              <a:t> 마우스로 클릭할 시 실행되도록 </a:t>
            </a:r>
            <a:r>
              <a:rPr lang="ko-KR" altLang="en-US" sz="2500" dirty="0" err="1" smtClean="0"/>
              <a:t>만듬</a:t>
            </a:r>
            <a:endParaRPr lang="en-US" altLang="ko-KR" sz="2500" dirty="0" smtClean="0"/>
          </a:p>
          <a:p>
            <a:r>
              <a:rPr lang="ko-KR" altLang="en-US" sz="2500" dirty="0" smtClean="0"/>
              <a:t>클릭시의 시간이 바로 화면에 뜨도록 </a:t>
            </a:r>
            <a:r>
              <a:rPr lang="ko-KR" altLang="en-US" sz="2500" dirty="0" err="1" smtClean="0"/>
              <a:t>연구해야함</a:t>
            </a:r>
            <a:r>
              <a:rPr lang="en-US" altLang="ko-KR" sz="2500" dirty="0" smtClean="0"/>
              <a:t>. </a:t>
            </a:r>
          </a:p>
          <a:p>
            <a:r>
              <a:rPr lang="en-US" altLang="ko-KR" sz="2500" dirty="0" smtClean="0"/>
              <a:t>Gif file </a:t>
            </a:r>
            <a:r>
              <a:rPr lang="ko-KR" altLang="en-US" sz="2500" dirty="0" smtClean="0"/>
              <a:t>사용법 알기</a:t>
            </a:r>
            <a:endParaRPr lang="en-US" altLang="ko-KR" sz="2500" dirty="0" smtClean="0"/>
          </a:p>
          <a:p>
            <a:endParaRPr lang="en-US" altLang="ko-KR" sz="2500" smtClean="0"/>
          </a:p>
        </p:txBody>
      </p:sp>
    </p:spTree>
    <p:extLst>
      <p:ext uri="{BB962C8B-B14F-4D97-AF65-F5344CB8AC3E}">
        <p14:creationId xmlns:p14="http://schemas.microsoft.com/office/powerpoint/2010/main" val="53434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60</Words>
  <Application>Microsoft Office PowerPoint</Application>
  <PresentationFormat>화면 슬라이드 쇼(4:3)</PresentationFormat>
  <Paragraphs>9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동인고등학교(소속) 20518(학번) 성은우</vt:lpstr>
      <vt:lpstr>문제 정의</vt:lpstr>
      <vt:lpstr>문제 분석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동인고등학교(소속) 20518(학번) 성은우</dc:title>
  <dc:creator>Windows 사용자</dc:creator>
  <cp:lastModifiedBy>Windows 사용자</cp:lastModifiedBy>
  <cp:revision>2</cp:revision>
  <dcterms:created xsi:type="dcterms:W3CDTF">2020-07-18T03:15:38Z</dcterms:created>
  <dcterms:modified xsi:type="dcterms:W3CDTF">2020-07-18T03:48:58Z</dcterms:modified>
</cp:coreProperties>
</file>